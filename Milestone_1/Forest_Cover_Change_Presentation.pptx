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2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14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C97891-CF64-40C1-88DE-B0FD6E0A756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47461A-3D36-4D40-B7ED-0D0D6D567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656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7461A-3D36-4D40-B7ED-0D0D6D56751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892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249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965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76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657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798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60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561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65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654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219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50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Robust Deep Learning Framework for Forest Cover Change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 – </a:t>
            </a:r>
          </a:p>
          <a:p>
            <a:r>
              <a:rPr lang="en-US" dirty="0"/>
              <a:t>Group 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Aditya Nupani (23f1000873)</a:t>
            </a:r>
          </a:p>
          <a:p>
            <a:pPr marL="0" indent="0">
              <a:buNone/>
            </a:pPr>
            <a:r>
              <a:rPr lang="en-US" dirty="0"/>
              <a:t>Harsh Kumar </a:t>
            </a:r>
            <a:r>
              <a:rPr lang="en-IN" dirty="0"/>
              <a:t>(22f3002198)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Suranjan Das (21f1004063)</a:t>
            </a:r>
          </a:p>
          <a:p>
            <a:pPr marL="0" indent="0">
              <a:buNone/>
            </a:pPr>
            <a:r>
              <a:rPr lang="en-US" dirty="0"/>
              <a:t>Aman Kankriya (21f2000493)</a:t>
            </a:r>
          </a:p>
          <a:p>
            <a:pPr marL="0" indent="0">
              <a:buNone/>
            </a:pPr>
            <a:r>
              <a:rPr lang="en-US" dirty="0"/>
              <a:t>Shubham Mishra (21f3001485)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 &amp; Our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The Challenge:</a:t>
            </a:r>
          </a:p>
          <a:p>
            <a:pPr lvl="1"/>
            <a:r>
              <a:rPr dirty="0"/>
              <a:t>Critical Forest Loss: NE India lost 1,020 sq. km of forest cover (ISFR 2021).</a:t>
            </a:r>
          </a:p>
          <a:p>
            <a:pPr lvl="1"/>
            <a:r>
              <a:rPr dirty="0"/>
              <a:t>The 'Cloud Gap': Cloud cover obscures the region &gt;70% of the year during monsoons.</a:t>
            </a:r>
          </a:p>
          <a:p>
            <a:pPr lvl="1"/>
            <a:r>
              <a:rPr dirty="0"/>
              <a:t>The 'Resolution Gap': Existing 30m maps miss small-scale shifting cultivation (Jhum).</a:t>
            </a:r>
          </a:p>
          <a:p>
            <a:r>
              <a:rPr dirty="0"/>
              <a:t>Our Objective:</a:t>
            </a:r>
          </a:p>
          <a:p>
            <a:pPr lvl="1"/>
            <a:r>
              <a:rPr dirty="0"/>
              <a:t>Cloud Robustness: Fuse Sentinel-1 (Radar) and Sentinel-2 (Optical) imagery.</a:t>
            </a:r>
          </a:p>
          <a:p>
            <a:pPr lvl="1"/>
            <a:r>
              <a:rPr dirty="0"/>
              <a:t>Improved Precision: Use 10m resolution data to capture small-scale deforestation.</a:t>
            </a:r>
          </a:p>
          <a:p>
            <a:pPr lvl="1"/>
            <a:r>
              <a:rPr dirty="0"/>
              <a:t>Automated Mapping: Implement a Siamese U-Net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Our Approach is Better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Existing Solutions (e.g., Hansen)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Our Proposed Approach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30m (Landsat-based)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10m (Sentinel-based)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Optical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Multi-Modal Fusion (Radar + Optical)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Post-Classification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Siamese U-Net (Feature-level change)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Cloud Robustness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(Blocked by clouds)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(Radar integration)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Target 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Large-scale clear-cutting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Small-scale Jhum &amp; fragmented loss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Baselines &amp;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Current State-of-the-Art:</a:t>
            </a:r>
          </a:p>
          <a:p>
            <a:pPr lvl="1"/>
            <a:r>
              <a:t>Hansen GFC Accuracy: ~75% in fragmented forests.</a:t>
            </a:r>
          </a:p>
          <a:p>
            <a:pPr lvl="1"/>
            <a:r>
              <a:t>Estimated Baseline F1-Score: 0.70–0.75.</a:t>
            </a:r>
          </a:p>
          <a:p>
            <a:r>
              <a:t>Our Target Metrics:</a:t>
            </a:r>
          </a:p>
          <a:p>
            <a:pPr lvl="1"/>
            <a:r>
              <a:t>F1-Score: &gt; 0.80</a:t>
            </a:r>
          </a:p>
          <a:p>
            <a:pPr lvl="1"/>
            <a:r>
              <a:t>Intersection over Union (IoU): &gt; 0.70</a:t>
            </a:r>
          </a:p>
          <a:p>
            <a:r>
              <a:t>Strategy for Improvement:</a:t>
            </a:r>
          </a:p>
          <a:p>
            <a:pPr lvl="1"/>
            <a:r>
              <a:t>Radar Fusion: Eliminates 'no-data' zones caused by monsoon clouds.</a:t>
            </a:r>
          </a:p>
          <a:p>
            <a:pPr lvl="1"/>
            <a:r>
              <a:t>Siamese Learning: Directly compares images to reduce classification noise.</a:t>
            </a:r>
          </a:p>
          <a:p>
            <a:pPr lvl="1"/>
            <a:r>
              <a:t>Spatial Refinement: 10m resolution maps narrow logging roads and small Jhum patches.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Real-World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Three-Tier Evaluation Strategy:</a:t>
            </a:r>
          </a:p>
          <a:p>
            <a:pPr lvl="1"/>
            <a:r>
              <a:t>1. Quantitative: Compute Precision, Recall, and F1-Score against a hold-out test set.</a:t>
            </a:r>
          </a:p>
          <a:p>
            <a:pPr lvl="1"/>
            <a:r>
              <a:t>2. Cross-Product Comparison: Benchmark against Dynamic World subtraction maps.</a:t>
            </a:r>
          </a:p>
          <a:p>
            <a:pPr lvl="1"/>
            <a:r>
              <a:t>3. Visual Verification: Manually verify 50 random change points using Google Earth Pro.</a:t>
            </a:r>
          </a:p>
          <a:p>
            <a:r>
              <a:t>Opportunities &amp; Impact:</a:t>
            </a:r>
          </a:p>
          <a:p>
            <a:pPr lvl="1"/>
            <a:r>
              <a:t>Empowers local communities and forest departments with real-time data to respond to illegal logging.</a:t>
            </a:r>
          </a:p>
          <a:p>
            <a:pPr lvl="1"/>
            <a:r>
              <a:t>Successfully utilizes underutilized Radar data to monitor highly clouded biodiversity hotspots.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9806D-4620-9B89-EF4F-53616DDC6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75652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8</TotalTime>
  <Words>374</Words>
  <Application>Microsoft Office PowerPoint</Application>
  <PresentationFormat>On-screen Show (4:3)</PresentationFormat>
  <Paragraphs>58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Parcel</vt:lpstr>
      <vt:lpstr>Robust Deep Learning Framework for Forest Cover Change Detection</vt:lpstr>
      <vt:lpstr>Meet the Team</vt:lpstr>
      <vt:lpstr>The Challenge &amp; Our Objective</vt:lpstr>
      <vt:lpstr>Why Our Approach is Better</vt:lpstr>
      <vt:lpstr>Performance Baselines &amp; Targets</vt:lpstr>
      <vt:lpstr>Evaluation &amp; Real-World Impact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 Deep Learning Framework for Forest Cover Change Detection</dc:title>
  <dc:subject/>
  <dc:creator/>
  <cp:keywords/>
  <dc:description>generated using python-pptx</dc:description>
  <cp:lastModifiedBy>Harsh Kumar</cp:lastModifiedBy>
  <cp:revision>3</cp:revision>
  <dcterms:created xsi:type="dcterms:W3CDTF">2013-01-27T09:14:16Z</dcterms:created>
  <dcterms:modified xsi:type="dcterms:W3CDTF">2026-02-26T17:12:53Z</dcterms:modified>
  <cp:category/>
</cp:coreProperties>
</file>